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371600"/>
            <a:ext cx="8046720" cy="3840480"/>
          </a:xfrm>
          <a:prstGeom prst="rect">
            <a:avLst/>
          </a:prstGeom>
          <a:solidFill>
            <a:srgbClr val="0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TaskFlow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84FF"/>
                </a:solidFill>
              </a:rPr>
              <a:t>A smart, dark-themed task manager for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E8E93"/>
                </a:solidFill>
              </a:rPr>
              <a:t>Built entirely in SwiftUI · No third-party dependencies · iOS 14+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207008" cy="2560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4242816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Team Alpha 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4206240"/>
            <a:ext cx="740664" cy="256032"/>
          </a:xfrm>
          <a:prstGeom prst="rect">
            <a:avLst/>
          </a:prstGeom>
          <a:solidFill>
            <a:srgbClr val="30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242816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v2.0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097280"/>
            <a:ext cx="2377440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760" y="1097280"/>
            <a:ext cx="23774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2103120"/>
            <a:ext cx="2377440" cy="82296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2103120"/>
            <a:ext cx="23774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3108960"/>
            <a:ext cx="2377440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3108960"/>
            <a:ext cx="23774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4114800"/>
            <a:ext cx="2377440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4114800"/>
            <a:ext cx="23774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5120640"/>
            <a:ext cx="2377440" cy="82296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5120640"/>
            <a:ext cx="23774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188720"/>
            <a:ext cx="2194560" cy="731520"/>
          </a:xfrm>
          <a:prstGeom prst="rect">
            <a:avLst/>
          </a:prstGeom>
          <a:solidFill>
            <a:srgbClr val="05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194560"/>
            <a:ext cx="2194560" cy="731520"/>
          </a:xfrm>
          <a:prstGeom prst="rect">
            <a:avLst/>
          </a:prstGeom>
          <a:solidFill>
            <a:srgbClr val="18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3200400"/>
            <a:ext cx="2194560" cy="731520"/>
          </a:xfrm>
          <a:prstGeom prst="rect">
            <a:avLst/>
          </a:prstGeom>
          <a:solidFill>
            <a:srgbClr val="80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4206240"/>
            <a:ext cx="2194560" cy="731520"/>
          </a:xfrm>
          <a:prstGeom prst="rect">
            <a:avLst/>
          </a:prstGeom>
          <a:solidFill>
            <a:srgbClr val="80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5212080"/>
            <a:ext cx="2194560" cy="731520"/>
          </a:xfrm>
          <a:prstGeom prst="rect">
            <a:avLst/>
          </a:prstGeom>
          <a:solidFill>
            <a:srgbClr val="602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TaskFlow — persistent, local task management with a pure SwiftUI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1430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09728" cy="11430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A dark-themed mobile task manager that lets you create, organise, prioritise,
and track tasks — all stored locally on-device.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5577840" cy="11430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109728" cy="1143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158"/>
                </a:solidFill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004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SwiftUI · Core Data · @EnvironmentObject · iOS 14+
Zero third-party dependencies.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66160"/>
            <a:ext cx="5577840" cy="11430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566160"/>
            <a:ext cx="109728" cy="1143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</a:rPr>
              <a:t>Screen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5020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Launch Screen  →  Task List  →  Task Detail / Add Task
Two-tab navigation: Tasks  | 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846319"/>
            <a:ext cx="5577840" cy="11430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846319"/>
            <a:ext cx="109728" cy="11430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1947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5AF2"/>
                </a:solidFill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7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Team Alpha — v2 (persistence + full CRUD added over v1 prototype)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097280"/>
            <a:ext cx="2560320" cy="210312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280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A84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</a:rPr>
              <a:t>Screens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66160"/>
            <a:ext cx="2560320" cy="210312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0D158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</a:rPr>
              <a:t>Dependencies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097280"/>
            <a:ext cx="2560320" cy="210312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9" y="1280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95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</a:rPr>
              <a:t>Task Categories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3566160"/>
            <a:ext cx="2560320" cy="210312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59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3B30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</a:rPr>
              <a:t>Priority Levels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The home screen — every task at a glance with real-time filters and sorting</a:t>
            </a:r>
          </a:p>
        </p:txBody>
      </p:sp>
      <p:pic>
        <p:nvPicPr>
          <p:cNvPr id="5" name="Picture 4" descr="Screen Shot 2026-04-10 at 5.19.1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248" y="777240"/>
            <a:ext cx="2843422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96012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Smart task cards with colour-coded status bar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  Green = done · Red = overdue · Yellow = due soon · Blue = upcoming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Priority badge on every card (High / Medium / Low)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Category icon shows task type at a glance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Strikethrough title for completed tasks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Overdue counter shown in toolbar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Swipe left to delete with confirmation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Long-press context menu: Mark Complete or Delete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A84FF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FAB (blue +) opens Add Task sheet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Filters &amp;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Four tab filters + three sort options let you zero in on exactly what matters</a:t>
            </a:r>
          </a:p>
        </p:txBody>
      </p:sp>
      <p:pic>
        <p:nvPicPr>
          <p:cNvPr id="5" name="Picture 4" descr="Screen Shot 2026-04-10 at 5.21.4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68" y="822960"/>
            <a:ext cx="2221423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25880" y="5532120"/>
            <a:ext cx="662940" cy="2560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5568696"/>
            <a:ext cx="6629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Today</a:t>
            </a:r>
          </a:p>
        </p:txBody>
      </p:sp>
      <p:pic>
        <p:nvPicPr>
          <p:cNvPr id="8" name="Picture 7" descr="Screen Shot 2026-04-10 at 5.21.48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568" y="822960"/>
            <a:ext cx="2221423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83479" y="5532120"/>
            <a:ext cx="973836" cy="25603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1" y="5568696"/>
            <a:ext cx="9738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Important</a:t>
            </a:r>
          </a:p>
        </p:txBody>
      </p:sp>
      <p:pic>
        <p:nvPicPr>
          <p:cNvPr id="11" name="Picture 10" descr="Screen Shot 2026-04-10 at 5.21.56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168" y="822960"/>
            <a:ext cx="2221423" cy="4572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41080" y="5532120"/>
            <a:ext cx="585216" cy="25603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5568696"/>
            <a:ext cx="585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852160"/>
            <a:ext cx="2240280" cy="804672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5888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8E93"/>
                </a:solidFill>
              </a:rPr>
              <a:t>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Every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9192" y="5852160"/>
            <a:ext cx="2240280" cy="804672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5888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Due today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5852160"/>
            <a:ext cx="2240280" cy="804672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5888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High priority + pending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5852160"/>
            <a:ext cx="2240280" cy="804672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3" y="5888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Completed tasks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6648" y="5852160"/>
            <a:ext cx="2240280" cy="804672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66376" y="5888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</a:rPr>
              <a:t>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Due Date / Priority /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Full-text search across title, description, and category — updates instantly as you type</a:t>
            </a:r>
          </a:p>
        </p:txBody>
      </p:sp>
      <p:pic>
        <p:nvPicPr>
          <p:cNvPr id="5" name="Picture 4" descr="Screen Shot 2026-04-10 at 5.22.0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28" y="822960"/>
            <a:ext cx="2532423" cy="5212080"/>
          </a:xfrm>
          <a:prstGeom prst="rect">
            <a:avLst/>
          </a:prstGeom>
        </p:spPr>
      </p:pic>
      <p:pic>
        <p:nvPicPr>
          <p:cNvPr id="6" name="Picture 5" descr="Screen Shot 2026-04-10 at 5.22.1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468" y="822960"/>
            <a:ext cx="253242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109728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Search bar always visible at top of task list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Matches title, description, and category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Case-insensitive, instant results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Clear (×) button appears when text is entered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Empty results show friendly 'No results for…' state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84FF"/>
                </a:solidFill>
              </a:rPr>
              <a:t>● </a:t>
            </a:r>
            <a:r>
              <a:rPr sz="1200">
                <a:solidFill>
                  <a:srgbClr val="FFFFFF"/>
                </a:solidFill>
              </a:rPr>
              <a:t>Search works alongside active filter tab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Add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A rich creation form with auto-computed status and custom category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91440" cy="16002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84FF"/>
                </a:solidFill>
              </a:rPr>
              <a:t>Task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Required · free-text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91440" cy="16002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8E93"/>
                </a:solidFill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Optional · multi-line text editor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61488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91440" cy="16002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871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500"/>
                </a:solidFill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2186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Work / School / Personal / Design System / Meetings
Documentation / Reports / Custom (user-defined)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61488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761488"/>
            <a:ext cx="91440" cy="1600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871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0"/>
                </a:solidFill>
              </a:rPr>
              <a:t>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2186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Segmented control: High (red) · Medium (orange) · Low (blue)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17136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517136"/>
            <a:ext cx="91440" cy="16002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626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</a:rPr>
              <a:t>Due Date &amp;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974336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Separate date and time pickers combined on save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517136"/>
            <a:ext cx="5669280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517136"/>
            <a:ext cx="91440" cy="160020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626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</a:rPr>
              <a:t>Status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974336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Auto-computed: Overdue / Due Soon / Not Started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E8E93"/>
                </a:solidFill>
              </a:rPr>
              <a:t>Save is disabled until a task name is entered  ·  Saved tasks appear in the list immediately  ·  Persisted across app restarts via Core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Detail &amp;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View every field, toggle completion, edit inline, or delete with one tap</a:t>
            </a:r>
          </a:p>
        </p:txBody>
      </p:sp>
      <p:pic>
        <p:nvPicPr>
          <p:cNvPr id="5" name="Picture 4" descr="Screen Shot 2026-04-10 at 5.19.4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25" y="804672"/>
            <a:ext cx="2665708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005840"/>
            <a:ext cx="7315200" cy="21945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024128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61872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Adaptive icon + colour per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17904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Meetings=blue · Work=orange · School=indigo · Personal=pink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73936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Design System=purple · Reports=green · Docs=teal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93976"/>
            <a:ext cx="7315200" cy="21945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12264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Priority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50008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High / Medium / Low segmented 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06040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Tappable in edit mode only — locked in view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926080"/>
            <a:ext cx="7315200" cy="219456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44368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Completion Toggle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82112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Toggle switch persists immediately to Core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38144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Title gains strikethrough · status shows 'Completed'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758184"/>
            <a:ext cx="7315200" cy="21945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Inline Edit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014216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Pencil icon → edit title, description, priority, category, due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270248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Checkmark icon saves · Cancel reverts all changes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590288"/>
            <a:ext cx="7315200" cy="21945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608576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Delete with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846320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Trash button triggers confirmation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102352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· On confirm: removes from store + navigates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Statistics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Live metrics derived from Core Data — the Stats tab updates as tasks change</a:t>
            </a:r>
          </a:p>
        </p:txBody>
      </p:sp>
      <p:pic>
        <p:nvPicPr>
          <p:cNvPr id="5" name="Picture 4" descr="Screen Shot 2026-04-10 at 5.20.5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74" y="804672"/>
            <a:ext cx="2576851" cy="5303520"/>
          </a:xfrm>
          <a:prstGeom prst="rect">
            <a:avLst/>
          </a:prstGeom>
        </p:spPr>
      </p:pic>
      <p:pic>
        <p:nvPicPr>
          <p:cNvPr id="6" name="Picture 5" descr="Screen Shot 2026-04-10 at 5.21.09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134" y="804672"/>
            <a:ext cx="2576851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005840"/>
            <a:ext cx="4389120" cy="82296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005840"/>
            <a:ext cx="91440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0607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</a:rPr>
              <a:t>Completion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53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Animated arc from 0→completion % on appear and whenever tasks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965960"/>
            <a:ext cx="4389120" cy="82296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965960"/>
            <a:ext cx="91440" cy="82296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20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Summary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13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4 cards: Total · Completed · Pending · Overdue.  Each with icon and accent colour.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926080"/>
            <a:ext cx="4389120" cy="82296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926080"/>
            <a:ext cx="91440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9809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</a:rPr>
              <a:t>By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73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Horizontal progress bars scaled to the busiest category.  Auto-sorted by 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886200"/>
            <a:ext cx="4389120" cy="82296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3886200"/>
            <a:ext cx="91440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94106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By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33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High / Medium / Low rows with bars + stacked overview bar at the bottom.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846320"/>
            <a:ext cx="4389120" cy="82296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846320"/>
            <a:ext cx="91440" cy="82296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90118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</a:rPr>
              <a:t>Overdue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93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Red warning shown in ring card when 1+ tasks are overdue.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Single source of truth via @EnvironmentObject — Core Data persistence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9144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37160" cy="9144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521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</a:rPr>
              <a:t>SmartTaskApp  (entry 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Initialises TaskStore and injects it as @EnvironmentObject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8E93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11521440" cy="9144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137160" cy="9144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408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5AF2"/>
                </a:solidFill>
              </a:rPr>
              <a:t>LaunchScreenView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Fade-in splash → pushes to MainTabView after 1.5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8E93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74720"/>
            <a:ext cx="11521440" cy="9144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137160" cy="9144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95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</a:rPr>
              <a:t>MainTabView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770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Tab bar host: Tasks tab (TaskListView) + Stats tab (StatsView)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3891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8E93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11521440" cy="9144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663440"/>
            <a:ext cx="137160" cy="9144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1830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158"/>
                </a:solidFill>
              </a:rPr>
              <a:t>TaskListView  /  AddTaskView  /  TaskDetailView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65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All read/write TaskStore via @EnvironmentObject — no direct Core Data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5778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8E93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852160"/>
            <a:ext cx="11521440" cy="9144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852160"/>
            <a:ext cx="137160" cy="9144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070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</a:rPr>
              <a:t>TaskStore  (ObservableObject)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2544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</a:rPr>
              <a:t>Owns NSPersistentContainer · publishes @Published var tasks · CRUD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2743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Roadmap — Planned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</a:rPr>
              <a:t>Current build is ~30% complete · these features bring TaskFlow to a full v1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39"/>
            <a:ext cx="438912" cy="4389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3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1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</a:rP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Sign in with Apple · Firebase/Supabase · user-scoped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0515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39"/>
            <a:ext cx="438912" cy="43891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3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18871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Cloud Sync &amp;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099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Firestore/Supabase · real-time updates · offline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234439"/>
            <a:ext cx="438912" cy="43891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3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18871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</a:rPr>
              <a:t>Push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099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Local reminders at due date · offset options (15 min/1 h/1 day)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803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438912" cy="43891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</a:rPr>
              <a:t>Search &amp; Sort+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387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Multi-filter · full-text · sort by creation date / alpha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28803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063240"/>
            <a:ext cx="438912" cy="438912"/>
          </a:xfrm>
          <a:prstGeom prst="rect">
            <a:avLst/>
          </a:prstGeom>
          <a:solidFill>
            <a:srgbClr val="32D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D74B"/>
                </a:solidFill>
              </a:rPr>
              <a:t>Subtasks &amp; Checklists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5387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Nested checklist items · progress indicator on card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8803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063240"/>
            <a:ext cx="438912" cy="438912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</a:rPr>
              <a:t>Recurring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387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Daily / weekly / monthly · auto-next on completion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7091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438912" cy="43891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92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Custom Categories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675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Create, rename, colour-code, delete user categories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59" y="47091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4892040"/>
            <a:ext cx="438912" cy="43891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892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</a:rPr>
              <a:t>Widgets &amp; Shortcuts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3675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Home-screen widget · Siri Shortcuts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4709160"/>
            <a:ext cx="3749039" cy="1600200"/>
          </a:xfrm>
          <a:prstGeom prst="rect">
            <a:avLst/>
          </a:prstGeom>
          <a:solidFill>
            <a:srgbClr val="26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21040" y="4892040"/>
            <a:ext cx="438912" cy="43891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892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AF2"/>
                </a:solidFill>
              </a:rPr>
              <a:t>Collaboration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36752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</a:rPr>
              <a:t>Task sharing · assignment · comment threads  (stretch goal)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